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大漲日</c:v>
                </c:pt>
              </c:strCache>
            </c:strRef>
          </c:tx>
          <c:spPr>
            <a:solidFill>
              <a:srgbClr val="A83A2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15.8</c:v>
                </c:pt>
                <c:pt idx="1">
                  <c:v>5.7</c:v>
                </c:pt>
                <c:pt idx="2">
                  <c:v>8.5</c:v>
                </c:pt>
                <c:pt idx="3">
                  <c:v>9</c:v>
                </c:pt>
                <c:pt idx="4">
                  <c:v>7.3</c:v>
                </c:pt>
                <c:pt idx="5">
                  <c:v>53.7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大跌日</c:v>
                </c:pt>
              </c:strCache>
            </c:strRef>
          </c:tx>
          <c:spPr>
            <a:solidFill>
              <a:srgbClr val="3E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23.8</c:v>
                </c:pt>
                <c:pt idx="1">
                  <c:v>3.9</c:v>
                </c:pt>
                <c:pt idx="2">
                  <c:v>7.7</c:v>
                </c:pt>
                <c:pt idx="3">
                  <c:v>6.1</c:v>
                </c:pt>
                <c:pt idx="4">
                  <c:v>3.7</c:v>
                </c:pt>
                <c:pt idx="5">
                  <c:v>54.8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ΔAUC</c:v>
                </c:pt>
              </c:strCache>
            </c:strRef>
          </c:tx>
          <c:spPr>
            <a:solidFill>
              <a:srgbClr val="9C9184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B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32C2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PTT 淨情緒（XGBoost）</c:v>
                  </c:pt>
                  <c:pt idx="1">
                    <c:v>PTT 淨情緒（LSTM）</c:v>
                  </c:pt>
                  <c:pt idx="2">
                    <c:v>新聞情緒</c:v>
                  </c:pt>
                  <c:pt idx="3">
                    <c:v>融資融券（LSTM）</c:v>
                  </c:pt>
                  <c:pt idx="4">
                    <c:v>融資融券（XGBoost）</c:v>
                  </c:pt>
                  <c:pt idx="5">
                    <c:v>散戶成交比重（XGBoost）</c:v>
                  </c:pt>
                  <c:pt idx="6">
                    <c:v>法人（對照組）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-0.0001</c:v>
                </c:pt>
                <c:pt idx="1">
                  <c:v>0.0002</c:v>
                </c:pt>
                <c:pt idx="2">
                  <c:v>-0.0001</c:v>
                </c:pt>
                <c:pt idx="3">
                  <c:v>0.0007</c:v>
                </c:pt>
                <c:pt idx="4">
                  <c:v>0.0019</c:v>
                </c:pt>
                <c:pt idx="5">
                  <c:v>0.0026</c:v>
                </c:pt>
                <c:pt idx="6">
                  <c:v>0.0039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012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先講結論：我們把資料拉到十年、265檔，散戶情緒『能描述行情，但大多預測不了』。只有散戶實際的融資融券行為有穩定的小訊號。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先講起點。我選讀的論文是 Jing、Wu、Wang 2021 年發表在 Expert Systems with Applications 的研究，它用 CNN 判斷論壇貼文的情緒，再加上技術指標，用 LSTM 預測隔天收盤價，加了情緒之後誤差降了大約三成。這是我們平台想要『技術面加情緒雙軌整合』的依據。七月的概念驗證，我們用台積電三十五個交易日把爬蟲、情緒分析和技術指標整條流程跑通，看到動能指標和情緒同方向，但樣本太少，留下的後續工作就是把資料拉長、用模型驗證情緒到底有沒有預測力。這次的報告就是在回答這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兩條主線：散戶說什麼（PTT）、散戶做什麼（融資融券）。所有預測都是逐年往前滾，避免偷看未來。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，後面每一段都在證明其中一句。第一，我們測到的情緒指標都是真的，方向對、統計上顯著，而且重要的結果都在沒看過的資料上重現過。第二，但市場比讀者快，等你看到留言、新聞或公告，價格大多已經反應完了，扣掉成本就沒有了。第三，散戶實際做的事比說的話有用，融資融券每一年都有小訊號，拉長到一個月和技術面一起選股，扣掉成本還是比一般股票好。第四，所以情緒的價值在描述和提醒，這就是平台要做的事：告訴使用者現在市場的氣氛，以及哪些情況要小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第一步就是照我選讀的論文重做：技術指標加論壇情緒、LSTM 預測隔天收盤價、用 MAPE 比較。論文說加情緒後誤差降三成；我們在台股十年、265 檔上重做，模型連『今天收盤當明天』的天真預測都輸，情緒有沒有幫助根本看不出來。所以我們改測漲跌方向。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PTT 六種做法全部無效。舊版同日訊號其實是時間錯置：一半以上留言在收盤後才發，是在反應行情。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這頁回答『只用 PTT 情緒能不能預測、能不能賺』。規則很簡單：情緒正就買、負就賣，十年下來猜對率不到五成，扣成本後虧光。事件研究圖顯示，情緒正面的股票其實是先漲了才被看好。唯一留下來的是隔夜約 3 bp 的小效果，和台股散戶情緒推動隔夜報酬的文獻一致，但我們另外抓了 2025 年的 PTT 資料做樣本外測試，個股隔夜效果和大盤效果都反轉了，所以這些都不是穩定的訊號。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這頁回答三個常見質疑。第一，分類器不準：我們真的微調了一個比較準的分類器、把 231 萬則全部重標再重跑，結果沒有變好，隔夜效果還略小。原因是留言層級的錯誤在算每天淨情緒時大多互相抵銷。第二，是不是 PTT 這個平台的問題：我們重爬了 CMoney 同學會五年 122 萬篇，情緒對隔天報酬有統計顯著的效果，但只有 4 bp，交易成本是 47 到 59 bp。CMoney 資料只有 2020 年以後，熱門股是收盤前最後 20 篇的抽樣。第三，股價資料：改用學校授權的 TEJ 還原股價重跑，數字只差小數點後一位。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有人會問：情緒預測不了漲跌，那預測波動或成交量呢？文獻說留言板對波動的預測力比對報酬強。我們測了。先講基準：波動和成交量本來就很好預測，只用過去的振幅和量能，排序相關就有 0.72 和 0.56。在這個基準上加 PTT，波動的增量是零，成交量有一點點但沒過事先定的門檻。迴歸裡留言量和隔天波動、成交量的相關是很顯著的，這和文獻一致；但解釋力幾乎沒增加，因為留言爆量和當天已經爆量是同一件事。融資融券和法人對成交量有穩定的小增量，但也只在小數點後第三位。所以結論是：描述不等於預測，這點不只在漲跌方向成立，在波動和成交量也成立。融資融券與法人兩欄是探索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後半段的新方向。之前都是先算一個情緒指標，再看它能不能預測股價。這裡反過來：先把股價波動最大的日子挑出來，再回頭看那天到底發生了什麼。我們抓了全市場十一年的公司重大訊息四十萬則、鉅亨網新聞十八萬則。結果是：有公告的占一成五到兩成多，有媒體新聞的再加五個百分點左右，當天收盤後才追報的約八個百分點，同產業一起動的約一成，延續前一天的幾個百分點。全部加起來，還是有一半以上的大波動日找不到原因。這個比例有逐年下降，2015 年約六成，2025 年四成多。要說明的限制：新聞只有鉅亨網一家，所以『找不到』也可能只是我們沒抓到；產業分類用的是 TEJ 的子產業。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這頁是公司自己發的重大訊息。我們先在原本 265 檔上，用公告主旨的關鍵字把公告分成十幾類，看每一類公告之後股價平均怎麼動。然後把六個最清楚的寫成假說，規則完全不改，直接套到另外 889 檔從來沒看過的股票上。結果六個全部通過，數字幾乎一樣：澄清媒體報導、庫藏股、法說會、股利是正的；訴訟裁罰、災害事故是負的。彌補虧損的減資當天平均跌兩到三個百分點，但件數少、不在事先寫定的六個裡面。財報通過那天常常大波動，但漲跌各半，平均是零。限制：類別是用關鍵字規則分的，會有分錯；這是平均反應，而且九成四的公告在收盤後才發，隔天開盤就反應了，所以不能說可以拿來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鉅亨網的新聞。我們先寫好一組正面詞和負面詞，只看影響日開盤前就已經發布的新聞，也就是投資人開盤前讀得到的。正面新聞當天平均多半個百分點，負面少半個百分點，兩組股票、兩段期間都一樣，這是很穩的關係。但把當天拆成隔夜跳空和開盤到收盤兩段，會發現幾乎全部發生在開盤那一下，開盤之後是零。所以新聞的方向是對的，可是看到再買已經來不及。另外股價常常比新聞先動：有正面新聞的股票，前一天已經先漲了。負面新聞之後四天看起來還會續跌，中小型股比較明顯；但我們做了實際回測，把當天鎖跌停、空不到的剔除之後，放空的超額報酬只剩千分之一點五，扣掉成本是負的。所以續跌也是鎖住造成的，一樣做不到。限制：只有鉅亨網一家、只看標題、有三分之二的標題用詞表分不出正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四個原因。重點是第四點：我們用有效的對照組證明方法是可以偵測訊號的。底下的限制要主動講：分類器只有六成準，所以我們另外用 Claude 重標了五千多則留言來量影響。Breeze 的主要毛病是把中立的留言硬判成有方向（它判正的留言只有 47% 真的是正、44% 其實中立），不是把正負搞反。換算下來 Breeze 的雜訊讓效果剩約七到八成（衰減係數 0.76±0.09），就算分類器跟重標一樣準，效果頂多放大約 1.3 倍，還是不到成本的三分之一。限制：重標只有一位標註者、400 個股票日。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融資融券是唯一穩健的訊號，XGBoost 七年全為正。但 AUC 只多 0.002，扣掉當沖成本就沒了。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原本的限制之一是 265 檔是事後選的。這次用 TEJ 把樣本擴到全市場一千多檔、包含中途下市的股票，模型在全市場重新訓練。融資融券和散戶成交比重的增量，在全市場、以及完全沒被挑進原樣本的 879 檔上都重現，數字幾乎一樣，七個測試年全部為正。券資比的每日排序與月頻結果也一樣。假說和門檻都是跑之前寫定的。要主動講的限制：全市場沒有 PTT 資料，所以 PTT 的結論仍只限 265 檔；股票下市那一刻的報酬沒有算進去；全市場那次訓練用顯示卡，其餘設定相同。265 檔那欄是同一次全市場模型在 265 檔上的表現。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前面所有結果放在一起看。同樣的訊號，交易越頻繁，成本吃得越多。幾天內進出的做法，扣掉成本全部是零或負的；每週換股，扣掉成本剩一點，但統計上還不夠穩；每個月換一次，才扣得起成本，而且顯著贏過一般股票。另外，不管哪個時間長度，把新聞、公告或隔夜情緒加進去都沒有幫助，因為那些資訊幾天內就反應完了。留得住的是價格和籌碼類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一個很自然的問題：到底有沒有什麼扣掉成本還有用？前面都失敗，是因為訊號只有零點幾個百分點、幾天就消失，卻每次都要付半個百分點的成本。把持有時間拉長到一個月，成本就付得起了。每個月底用技術面加上散戶的交易行為給全市場打分數，買前兩成，抱一個月。八年下來扣掉成本年化百分之二十二，同一批股票的平均是十三，在沒看過的八百多檔上也一樣。散戶交易行為每個月多貢獻千分之一點三，而且顯著；新聞、公告、隔夜情緒加進去都沒有再多。要誠實講三件事：第一，跟加權指數比統計上不顯著，2024、2025 兩年是輸的，因為那兩年指數靠台積電這類權值股；第二，要靠模型組合十幾個特徵，只用三個好懂的訊號是不行的；第三，2025 這個完全沒用過的年份只跟一般股票打平。所以這是『有選股能力』，不是『穩贏大盤』。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找到原因之後，下一個問題是：大漲之後會怎麼走？文獻上有個說法，有新聞的股價變動會延續，沒新聞的會反轉。我們一開始含漲停一起看，有消息的大漲之後五天還多一個百分點，看起來是延續。但做實際回測、把當天收在漲停買不到的剔除之後，有消息的變成零，沒消息的是負的千分之六，而且兩組股票、十一年裡每一年都是負的。所以原本看到的續漲，是隔天繼續鎖漲停造成的，根本買不到。我們再用 2001 到 2013 年完全沒看過的資料驗證，那段期間沒有新聞，只能驗不分消息的版本，假說事先寫好，結果通過：十三年裡十二年為負。要誠實說的是：2015 年以後『沒消息會回吐』這個切法不是事先寫定的，事先寫的版本含漲停、沒有通過；我們是在回測時才發現要剔除漲停。但它在兩組股票每一年方向都一樣，而且不分消息的版本在舊資料上事先寫定後通過。中間那格是庫藏股：公告後第二到第五天續漲，在沒看過的 2001 到 2013 年驗證通過，但扣掉成本後贏不了大盤。右邊那格是情緒當開關：技術面訊號在恐慌時比較不準，但控制大盤近期漲跌後，情緒的效果大半被吸收。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八類情緒在崩盤時準確升高，很適合做儀表板；但拿來預測沒有穩定效果。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的結論決定了平台要怎麼做。第一塊是情緒儀表板，因為情緒最強的地方是描述，例如恐慌指數在股災時準確升高。第二塊是籌碼和選股訊號，這是唯一扣掉成本後還有用的，但我們會清楚標示它不保證贏大盤。第三塊是事件提示，例如這類公告過去通常往哪個方向、沒消息的大漲之後通常回吐、恐慌時技術面比較不可靠。每一個功能背後都有檢驗，而且都標示是描述和提醒，不是預測。這也是我們下一步要做的成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請老師決定方向：結論框架、平台重點、還要不要補做。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三種模型是『由簡到繁』：邏輯迴歸最簡單，XGBoost 是很多棵決策樹，LSTM 是會記憶的神經網路。結論一致，代表不是某個模型的偶然。差別是：LSTM 技術面基準最高，XGBoost 的融資融券增量最穩定。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這張是全場重點。PTT 完全沒有；融資融券有但很小；細分情緒能描述、不能預測。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這頁是兩個新檢驗。第一，散戶成交比重：TEJ 有每天法人成交占比，用 100 減掉就是非法人的占比。它在日頻有和融資融券差不多大的訊號，而且兩個一起用是加總的，代表資訊不重疊。但單獨排序只有 3 bp，而且盤中少的被隔夜多的抵銷，不能交易；月頻完全沒有。要注意它是『非法人』，包含大戶，不等於純散戶。第二，如果情緒真的反映散戶，那散戶持股多的股票，情緒應該更有用。結果不是：PTT 和 CMoney 在散戶多的組都沒有比較強，CMoney 方向還相反。反而是融資融券在散戶多的組明顯更強。持股級距是年資料、不分自然人與法人，這是限制。融資增減那一列是探索性的，不在事先寫定的主要檢定內。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這是『說』這一側唯一顯著的預測訊號，而且前後兩個時期都成立；但幅度只有約 1bp。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我們照文獻的設定重測。沒控制美股時情緒看起來很強；我們檢查過深夜留言，只有約 6% 提到美股，所以不是在轉述美股，較像整體氣氛，機制無法由內容證明。控制美股之後只剩很小的增量。論文的 90% 疑似小測試集的運氣。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文獻大致分兩派：早期報正面結果、後來重測常常不成立。我們的結果比較接近第二派。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期中進度報告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整合技術面分析與市場情緒之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股票交易資訊平台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以十年台股資料檢驗「情緒」該怎麼放進平台｜2015–2025｜全市場 1,154 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結論：情緒、新聞與公告「方向說得對」，但市場反應得比讀者快，看到再進場賺不到；扣掉成本後還有用的，只有技術面加散戶實際交易行為、拉長到一個月的選股。情緒的價值在描述與提醒。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WE STARTED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起點：我選讀的論文，和上次概念驗證留下的後續工作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44068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選讀論文：Jing, Wu &amp; Wang（2021）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Expert Systems with Applications｜投資人情緒 × 深度學習預測股價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判斷東方財富論壇 88 萬則貼文的情緒，加上 16 項技術指標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預測隔天收盤價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加入情緒後誤差（MAPE）0.0675 → 0.0449，降約三成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我們平台「技術面＋情緒雙軌整合」的依據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63040"/>
            <a:ext cx="544068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上次的概念驗證（7 月）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 2330｜PTT 133 篇、1.8 萬則留言｜35 個交易日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 → 情緒詞典 → 技術指標，整條流程跑通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動能指標（RSI、MOM）與情緒同向，相關約 0.2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912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限制：樣本太少，不能談預測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後續工作：資料拉長、用 LSTM 驗證情緒的預測力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6F1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這次要回答的問題：論文說「加情緒能讓預測更準」——在台股、十年、全市場的資料下還成立嗎？如果不成立，平台上的情緒應該怎麼用？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&amp; QUESTION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研究問題與資料：散戶「說」的 vs 散戶「做」的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2,021 萬則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股板留言（個股 231 萬則），2015–2025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 萬篇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 同學會貼文，2020–2024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59.7 萬則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鉅亨網新聞 18.8 萬＋公司重大訊息 40.9 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1,154 檔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全市場股價與籌碼（含下市）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散戶說的（PTT）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個股留言 → Breeze 三分類；每日淨情緒 (正−負)/(正+負)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閒聊串（盤中／盤後閒聊）→ 大盤散戶溫度計與 8 類細分情緒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556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新聞標題 8.3 萬篇 → 好／壞／無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散戶做的（融資融券）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融資＝散戶槓桿看多；融券＝看空（台灣文獻常用的散戶情緒指標）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3912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三大法人只當對照組，不當主軸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3912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另含美股隔夜報酬（只當對照，不是情緒）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驗證方式：逐年滾動（測試年 2018–2024，用之前所有年份訓練），只用「當時已經知道」的資訊；統計檢定用按週/月的 bootstrap。股價與籌碼另以 TEJ 資料庫重跑驗證，並擴到全市場 1,144 檔。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先講結論：四句話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情緒指標都是真的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PTT、CMoney、媒體新聞、公司公告、隔夜漲幅：方向都對、統計上都顯著，重要的都在沒看過的股票或年份上重現。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但市場比讀者快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文字類訊號幾天內就反應完，多數在隔天開盤那一下；扣成本並剔除漲跌停買不到的之後，沒有一個能贏大盤。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散戶「做」的比「說」的有用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融資融券在全市場、每一年都有小訊號；拉長到一個月和技術面一起選股，扣成本後選到的股票比一般股票好。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情緒的價值在描述與提醒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恐慌指數在股災時準確升高；沒消息又沒鎖漲停的大漲之後平均回吐；恐慌時技術面較不可靠——適合做成平台提示。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第一步：照論文的作法在台股重做——誤差沒有降，連「今天＝明天」都贏不了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預測股價 MAPE（技術面基準）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天真預測（今天收盤當明天）的 MAPE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265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檔股票中，LSTM 贏過天真預測的檔數（0 檔）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漲跌方向準確率（低於亂猜的 50%）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 組比較（10 seeds）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與技術面差異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13.24%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13.08%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−0.16pp（p = 0.35）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不顯著（方向準確率 −0.15pp，p = 0.043，反而變差）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 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EE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303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論文：加情緒後 MAPE 0.0675 → 0.0449（降約三成）；我們在台股十年、265 檔：13.24% → 13.08%（不顯著）。而且「今天收盤當明天」就有 1.22%——論文沒有和這種天真預測比較。差別：論文測 2 個月、我們測約 1.5 年；論文用股吧「貼文」，這裡用 PTT「留言」（最接近股吧的 CMoney 貼文尚未用這個作法重跑）。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RETAIL SAYS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PTT 情緒對隔天個股漲跌：十年、七個測試年都無效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六種情緒因子（XGBoost，目標＝隔天開盤→收盤，用開盤前可得資訊）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情緒因子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F1 淨情緒 (正−負)/(正+負)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F2 推噓比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F3 情緒變化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F4 意見分歧度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F5 標的文多空（2,549 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F6 可信度加權（時間點一致）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LSTM 版（+PTT）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41732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88352" y="152704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59.5%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221284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的留言其實在收盤 13:30 之後才發。舊的「同日訊號」是時間錯置，放對時間就歸零。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9718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88352" y="308152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88352" y="376732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格蘭傑檢驗：情緒→股價的效果只有 股價→情緒 的約 1/6，且經濟上可忽略。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52628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網友是「看了行情才留言」，不是預測行情。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六種因子、兩種模型、十年資料都一致：PTT 留言情緒沒有可用的隔天預測力。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PTT ONLY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只用 PTT 情緒：情緒跟在股價後面，拿來交易扣成本後虧損</a:t>
            </a:r>
            <a:endParaRPr lang="en-US" sz="2400" dirty="0"/>
          </a:p>
        </p:txBody>
      </p:sp>
      <p:pic>
        <p:nvPicPr>
          <p:cNvPr id="5" name="Image 0" descr="../ptt_event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502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圖：情緒強正／強負的股票，留言日前後的累積超額報酬（減掉當天全體平均）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0" y="15453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24928" y="146304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規則「情緒&gt;0 就買、&lt;0 就賣」（2015–2024，約 3 萬筆）：猜對約 47%，未扣成本每筆 +4~6 bp，扣成本 32~59 bp 後十年虧光。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0" y="244144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24928" y="2359152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只用 PTT 特徵的模型：漲跌方向 AUC 0.50，等於亂猜。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337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24928" y="3255264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情緒正面的股票：留言前 20 天已漲 5.6%，之後 20 天只再 +0.1% → 情緒落後股價。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42336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24928" y="4151376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唯一殘留：2015–24 年對「隔夜」報酬 +2.6 bp（t=2.2），但 2025 年樣本外反轉為 −9.9 bp（t=−2.6）。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32320" y="512978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24928" y="5047488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大盤：情緒上升的隔天，2020–24 年 +23 bp，但 2025 年樣本外 −30 bp → 兩者都不穩定。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BEE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情緒能描述行情，但不能穩定預測漲跌或報酬；單獨拿來交易，扣掉成本後是虧損。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ROBUSTNESS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換分類器、換平台、換股價來源：「說的沒有預測力」都不變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38404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換掉什麼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怎麼做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主要結果（原本 → 換掉後）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情緒分類器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用約 6,300 則重標留言微調中文 BERT（與重標的一致率 62% → 69%），重標全部 231 萬則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隔夜效果 +4.4 → +3.5 bp；只用 PTT 的 AUC 0.498 → 0.499；加 PTT 的 ΔAUC −0.0001 → −0.0001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沒有變好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討論平台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CMoney 股市同學會：重爬 2020–2024 共 122 萬篇，清理後用 CMoney 自己的標註訓練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情緒 → 隔天報酬 +4.1 bp（t=4.9）；PTT 同期 +8.0 bp（t=2.3）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15B2A"/>
                          </a:solidFill>
                        </a:rPr>
                        <a:t>統計上有、遠低於成本 47~59 bp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股價來源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Yahoo 還原價 → TEJ 還原價（兩者約 1% 的股票日報酬有出入）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 +4.35 → +4.27 bp；融資融券 ΔAUC +0.0019 → +0.0022；PTT −0.0001 → −0.0000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幾乎相同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 vs 0.12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CMoney／PTT 淨情緒與「當天」超額報酬的相關：CMoney 描述力更好。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+1.2 bp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收盤買 CMoney 情緒為正（非漲停）的股票、隔天收盤賣的超額報酬。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 → 0.67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股票日淨情緒與重標的相關（Breeze → 微調 BERT）：留言層級的錯誤在平均時大多互相抵銷。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852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三種「會不會是資料問題」的質疑都實際換掉重跑過：分類器更準、平台不同、股價來源不同，結論都一樣。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OTHER TARGETS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換預測目標：隔天的波動與成交量，PTT 也沒有額外的預測力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56032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預測目標（隔天）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基準的預測排序（Rank IC）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 PTT 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加法人買賣超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波動（最高／最低的幅度）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0.725（樣本外 R² 0.49）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3A2C"/>
                          </a:solidFill>
                        </a:rPr>
                        <a:t>−0.0000（t=−0.3）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+0.0001（t=2.5）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+0.0003（t=4.4）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成交量（相對 20 日均量）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0.562（樣本外 R² 0.35）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B2A"/>
                          </a:solidFill>
                        </a:rPr>
                        <a:t>+0.0003（t=1.9，未過門檻）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+0.0012（t=7.5）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+0.0006（t=6.3）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基準＝技術面＋過去幾天的振幅與量能；XGBoost 逐年滾動 2018–2024，265 檔；兩個主要檢定事先寫定（門檻 p&lt;0.025）。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+2.0%／+2.8%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留言比平常多一個單位，隔天振幅／成交量的增加（t=12、17）：相關是顯著的。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7.16% → 7.19%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但把留言變數加進去，隔天振幅的解釋力幾乎不變（CMoney：7.84% → 8.11%）。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PTT 留言的股票日占比：大部分股票、大部分日子沒有留言可用。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914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4709160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波動和成交量本來就高度持續：今天振幅大、量大，明天通常也是。留言爆量多半發生在已經爆量的那天，帶的是同一個資訊。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2669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184648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留言爆量最多的一組，隔天成交量是最少一組的約 1.4 倍，但那組當天的振幅本來就比較大 → 是延續，不是預先知道。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與文獻（Antweiler &amp; Frank 2004）一致：留言與波動、成交量顯著相關；但控制過去的波動與量能後，沒有可用的增量。「描述 ≠ 預測」不只限於漲跌方向。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WHAT MOVES PRICES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換個問法：股價大波動的那幾天，到底發生了什麼？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全市場 5.2 萬個大波動日（當天漲跌超過自己平常波動的 3 倍且 &gt;3%），依序歸到第一個找得到的原因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77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圖為原樣本以外的 889 檔；原 265 檔的比例幾乎相同（找不到：大漲 51%、大跌 56%）。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772400" y="1417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36992" y="15270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 萬則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205374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公開資訊觀測站重大訊息，1,154 檔、2015–2025，每則有時分秒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26517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 萬則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328818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鉅亨網台股新聞，清理後對到個股 9.4 萬則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862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36992" y="399592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超過一半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452262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的大波動日，在公告、新聞、同業連動裡都找不到原因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512064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0100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有消息的日子，大波動的機率是平常的 2~4 倍；但消息只解釋得了少數的大波動。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6F1E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作法：先找波動最大的日子，再回頭看那天有什麼公告與新聞，而不是先有情緒指標再去預測。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COMPANY ANNOUNCEMENTS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公司公告：哪一類會讓股價往哪邊動——265 檔歸納，889 檔驗證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377440"/>
                <a:gridCol w="14630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公告類別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檔（歸納規則）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則數（889 檔）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澄清媒體報導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+0.56%（t=11.8）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6,957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被報導的多半是利多傳聞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庫藏股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+0.44%（t=4.9）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3,985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公司拿錢買回自家股票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法人說明會（之後 4 天）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+0.33%（t=6.4）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18,114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公告要開法說後股價偏強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股利分派／配股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+0.16%（t=4.3）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16,506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訴訟／裁罰／檢調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−0.46%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−0.44%（t=−4.5）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災害／停工／事故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−0.67%（t=−3.9）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減資（彌補虧損）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−3.53%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−2.36%（t=−5.4）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非事先寫定，方向一致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財報通過／提報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27,507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常大波動，但方向不定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數字＝公告影響日當天的超額報酬（個股 − 全市場平均）。收盤後才公告的，影響日算下一個交易日（94% 的公告在收盤後發布）。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1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前六類是事先寫定的假說：規則只看 265 檔歸納，一個字不改套到完全沒看過的 889 檔，六個全部通過，兩段期間方向也一致。這是「解釋股價」而不是「可以交易」：幅度 0.2~0.7%，多數隔天一開盤就反應完。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MEDIA 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媒體新聞：語氣的方向很準，但開盤那一下就反應完了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2194560"/>
                <a:gridCol w="1371600"/>
                <a:gridCol w="14630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開盤前已發布的新聞（標題語氣）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其中：隔夜跳空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其中：開盤→收盤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之後 4 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正面（創新高、調升、接單…）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+0.57%（t=15.7）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+0.13%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負面（下修、虧損、重挫…）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−0.29%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−0.58%（t=−9.8）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−0.43%（t=−3.8）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 − 負面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+1.14%（t=16.0）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+0.58%（t=4.8）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語氣詞表與三個假說都在看報酬之前寫定；889 檔三個全部通過。右三欄為 889 檔。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幾乎全在跳空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正面新聞的 +0.57% 裡，隔夜跳空就有 +0.60%，開盤後是 −0.03%：看到新聞再買已來不及。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股價常先動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有正面新聞的股票，前一天已先漲 0.5%、前五天漲 1.6%；收盤後才出的新聞有一部分是在追報。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續跌也做不到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負面新聞之後四天再跌 0.4%，但剔除鎖跌停的之後，放空只剩 0.15%，扣成本是負的。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2029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51206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伴隨漲跌最大的新聞類別（889 檔）：訂單／出貨 +0.70%、併購／合作 +0.56%、新產品／擴產 +0.56%、月營收 +0.41%；處置／違約／弊案／事故 −0.81%。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6601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5778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關鍵字：驗得過的多半是在描述股價本身（漲停、跳空、爆量、重挫），是結果不是原因；「減資」「法說」等詞在後半段驗不過。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03504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PTT 留言的結論一致，只是這次換成記者寫的新聞：方向說得對，但市場比讀者快。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為什麼預測不出來？情緒跟著股價走，不會領先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價格先動、情緒後跟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格蘭傑：股價→情緒 F≈470，情緒→股價僅約 1/6；59.5% 的留言在收盤後才發。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隔天漲跌本來就接近隨機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技術面模型 AUC 也只有約 0.56，任何額外訊號都只能是零點幾個百分點。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訊號短命、交易成本高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融資融券的預測力隔兩天剩約一半（ΔAUC +0.0021→+0.0010）；當沖來回成本 0.32~0.44%。我們也直接檢驗「當沖越多、消化越快」：高低當沖組的衰減沒有差異，這個推測未獲支持。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EC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方法有效：對照組測得出來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t = 5.1；恐慌指數在崩盤時準確升高；資料已檢查（還原股價、補缺漏日、留言時間）。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資料上的限制：Breeze 分類器準確率約六成、約 24% 留言與股市無關，會稀釋訊號。我們量過影響：以 Claude 逐則重標 5,194 則留言（400 個股票日）當對照，分類器再準，隔夜效果也只從 +4.5 變成約 +5.9 bp（保守上界 10~13 bp），仍遠低於交易成本 32~59 bp；實際換成微調分類器全部重跑也沒有變好；依規模分三組，最小那組 PTT 也沒有增量。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RETAIL DOES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散戶「做」的：融資融券有穩定、但很小的訊號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005840"/>
                <a:gridCol w="7315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加入的訊號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 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顯著年數（為正年數）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5.06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 / 7（7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2 / 7（6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3.91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4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6304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名詞說明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87452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借錢買股票（看多）。增加＝散戶願意借錢加碼看多。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借股票來賣（放空）。增加＝有人押注會跌。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券資比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融券餘額 ÷ 融資餘額，越高代表看空越多。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為何當散戶指標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融資主力是散戶；「做」要花錢，比「說」更可信。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券資比高 → 較差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高券資比的股票，之後 1~3 個月報酬較低（Fama-MacBeth t ≈ −3.5）：放空者方向是對的。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6227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0.32~0.44%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46227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台股當沖來回成本，吃掉訊號：做多前 5% 六折成本後年化約 −24%（回測用含法人版）。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1131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隔兩天剩一半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21131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ΔAUC 從隔天 +0.0021 降到隔兩天 +0.0010，約剩一半。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訊號是真的（七年都為正），但幅度小、成本高，實務上無法穩定獲利。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FULL MARKET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擴到全市場 1,144 檔：散戶「做」的訊號在沒被挑進樣本的股票也成立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1,144 檔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四碼普通股，2015–2024，含 64 檔期間內消失（下市等）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879 檔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完全不在原本 265 檔樣本內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 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股票日；每年 956~1,083 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5249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事先寫定的主要檢定全部通過（Bonferroni）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011680"/>
                <a:gridCol w="31089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檢驗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全市場 1,144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不在原樣本的 879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加融資融券的增量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+0.0026（t=7.9，7/7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加散戶成交比重的增量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+0.0034（t=6.3，7/7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加法人買賣超（對照）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+0.0046（t=8.2）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券資比最高 − 最低組，隔天盤中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−19.4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−21.7 bp（t=−11.3）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−21.5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月頻：券資比與下月報酬 Rank 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−0.047（t=−3.9）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AF1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「265 檔是事後挑的、有倖存者偏差」這項限制，對融資融券與散戶成交比重的結論可以解除。PTT 的結論仍只限 265 檔（全市場沒有 PTT 配對）；下市當下的報酬尚未處理。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HOLDING PERIOD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訊號不是沒有，是交易越頻繁、成本吃掉越多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39496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持有時間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做法（全市場、只做多、扣成本、剔除買不到的）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扣成本後，比一般股票多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結論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幾天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PTT／CMoney 情緒、新聞語氣、公告、庫藏股、有消息的大漲、負面新聞放空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3A2C"/>
                          </a:solidFill>
                        </a:rPr>
                        <a:t>全部 ≤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成本吃光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技術面＋散戶交易行為選股，每週換（已持有的還在前 40% 就續抱）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B2A"/>
                          </a:solidFill>
                        </a:rPr>
                        <a:t>+0.09%／週（t=1.8）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剩一點、不夠穩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一個月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同上，每月換一次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6B4F"/>
                          </a:solidFill>
                        </a:rPr>
                        <a:t>+0.63%／月（t=2.9）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唯一站得住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0.5%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每次進出的成本（手續費六折＋證交稅）；日頻訊號只有 0.2~1%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 → 18%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週頻每週換股比例：降低換股後，年化 14% → 19%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新聞、公告、隔夜情緒加進週頻或月頻模型的增量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文字類的情緒（留言、新聞、公告）在每一種時間長度都加不上去——資訊幾天內就反映在價格裡了。拉長時間後還留得住的，是價格與籌碼類：技術面加上散戶實際的交易行為（券資比、融資增減等）。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MONTHLY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拉長到一個月：扣掉成本後才有剩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+22.1%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年化（扣成本後），2018–2025；同一批股票平均 +12.9%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每月 +0.63%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贏過一般股票（t=2.9）；沒看過的 889 檔也一樣（+0.66%）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−14.5%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最大回落；加權指數約 −26%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17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270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不保證贏大盤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0677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相對加權指數不顯著；2024、2025 兩年輸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46888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加進月頻選股模型的資訊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每月贏過一般股票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比原本多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技術面（動能、波動、成交量等 11 項）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+0.50%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＋散戶交易行為（券資比、融資增減、信用交易、散戶成交比重）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+0.63%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+0.13%（t=3.3）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＋媒體新聞＋公司公告（月）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+0.03%（不顯著）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＋隔夜報酬情緒（月）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1114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0292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作法：每月底依模型分數買全市場前 20%（約 160 檔），持有一個月；成交太冷清的不買、下市當月記賠 50%、每月換股約一半並扣成本。規則與通過標準事先寫定。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5686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" y="54864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為什麼這次付得起成本：一個月才換一次股，成本每月約 0.2%；前面日頻的訊號只有 0.2~1%，卻每幾天就要付一次 0.5%。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BEEE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限制：要靠模型把十幾個特徵組合才有效（只用三個好懂的訊號不行）；2025 年只和一般股票打平；文字情緒拉長到一個月也沒有剩。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AFTER THE MOVE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大漲之後：找不到消息的會回吐，有消息的不會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377440"/>
                <a:gridCol w="23774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大漲日收盤買、持有 5 天的超額報酬（未扣成本）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有消息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沒消息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樣本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2015–2025，另外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−0.60%（t=−8.2；11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4,019／14,136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2015–2025，原 265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−0.67%（t=−4.5；11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1,276／4,869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 — 2001–2013（沒看過的年份，不分有無消息）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不分消息：−0.48%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t=−6.7；13 年裡 12 年為負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13,966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含收漲停（多數買不到）—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+1.12%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+0.30%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漲停占 37%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「有消息」＝當天收盤前已有公司公告或媒體新聞；「沒消息」＝兩者都沒有。2001–2013 沒有新聞資料，只能驗不分消息的版本，假說事先寫定。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續漲是假象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含漲停時「有消息的大漲之後 5 天 +1.1%」，幾乎全來自隔天繼續鎖漲停、買不到的股票。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庫藏股 +1.23%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公告後第 2~5 天（2001–2013 驗證，t=5.9；2015–25 為 +0.65%）。扣成本後贏不了大盤。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恐慌時掉三成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技術面訊號在市場恐慌時的準確度（IC 0.151 → 0.106）；但控制大盤漲跌後只剩邊緣顯著。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平台可以直接用的提示：「今天大漲、沒鎖漲停、又找不到消息 → 過去二十四年，之後五天平均回吐約半個百分點」。這是提醒不要追高，不是放空策略（未扣成本、放空有限制）。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EMOTION INDEX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細分情緒指數：描述力很好，預測力弱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描述力：重大事件當下，對應的情緒指數（z 分數）準確升高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+2.06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2024-08-05 股災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+1.90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2020-03 疫情崩盤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+1.28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2015-08 股災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貪婪 +1.07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AI 行情高點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預測力：幾乎就是隨機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94760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類情緒：多／空／貪／慌／追（FOMO）／絕／諷（反串）／中；用 36.2 萬則閒聊留言的每日平均機率做指數。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398264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 個預測檢定中約 5 個 |t| ≈ 2（純巧合預期約 1.9 個），最大 |t| = 2.2，型態彼此不一致。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840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001768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另外：大盤散戶溫度計與過去 5 日行情相關 +0.49（跟著行情走），預測未來大盤 |t| &lt; 1.5。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AF1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適合放進平台當「散戶情緒儀表板」，並註明：描述當下，不代表預測未來。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平台：把驗證過的結果做成三個模組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情緒指數模組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描述現在的市場氣氛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散戶溫度計、恐慌／貪婪等 8 類情緒指數（股災時準確升高）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984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個股：PTT／CMoney 討論熱度與淨情緒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984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隔夜情緒：最近是不是被散戶在開盤追高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技術面＋籌碼看板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唯一扣成本後還有用的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1888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融資融券、散戶成交比重（全市場每一年都有小訊號）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月頻選股分數：扣成本後比一般股票每月多 0.63%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1888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註明：不保證贏大盤（2024、2025 輸加權指數）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事件提示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提醒，不是預測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6792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公告類別的歷史方向（889 檔驗證：澄清＋、訴訟／事故−）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7532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6792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今天大漲、沒鎖漲停、找不到消息 → 過去之後五天平均回吐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6792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市場恐慌時，技術面訊號可靠度下降約三成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每個功能背後都有十年、全市場、事先寫定假說的檢驗；平台上一律標示「這是描述與提醒，不是漲跌預測」。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待討論事項與下一步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276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結論框架可以接受嗎？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60020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「情緒方向對、但市場比讀者快；能解釋是什麼在動股價；扣成本後有用的是散戶交易行為＋技術面」，是否符合專題成果的期待？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24912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980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平台網頁的重點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70632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情緒儀表板（散戶溫度計、恐慌/貪婪指數、隔夜情緒）＋融資融券訊號＋事件提示（公告類別、沒消息的大漲、恐慌時訊號可靠度）；註明是描述與提醒、不是預測。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95344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6849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還要補做哪些檢驗？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941064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已補：換分類器、CMoney、TEJ 股價、全市場、波動與成交量、公告與新聞事件分析、月頻選股、隔夜情緒。我們判斷預測面已收斂；可選：注意股與處置股（需重匯資料）、每週散戶持股人數。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65776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3892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月頻選股要放多重？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5111496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目前放在 C 段第 16、17 頁。績效主要來自技術面，放太重會像量化選股、偏離「情緒」主題。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模型說明、大盤層級的檢驗、散戶持股分組、文獻對照——被問到時再翻。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MODELS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三種預測模型：結論一致，不是某個模型的偶然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樹模型（XGBoost）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像一連串的是非題，把幾百棵小樹疊起來，每棵修正前一棵的錯。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神經網路（LSTM）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把過去 20 天一天一天讀進去，邊讀邊更新「記憶」，最後輸出預測。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邏輯迴歸（基準）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最簡單：每個指標乘上權重加總，換成上漲機率。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9202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融資增加？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RSI 偏高？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昨日大漲？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150876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>
            <a:off x="982980" y="2697480"/>
            <a:ext cx="5257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2697480"/>
            <a:ext cx="1600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766060" y="2697480"/>
            <a:ext cx="3886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697480"/>
            <a:ext cx="2971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4924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第20天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6636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72084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766560" y="283464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漲／跌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0090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每天更新「記憶」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2960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技術指標 ×w₁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8116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811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×w₂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33272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327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×w₃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19556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3836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144000" y="2834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40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上漲機率 0~1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3566160"/>
                <a:gridCol w="210312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技術面 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加融資融券的增量 ΔAUC（t；顯著年數）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 PTT 的增量（t）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邏輯迴歸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+0.0006（4.40；2/7）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+0.0000（0.16）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最簡單、最快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0.556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+0.0019（5.06；5/7）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−0.0001（−1.26）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增量最穩定、可解釋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0.566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+0.0007（0.92；2/7）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+0.0002（0.62）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技術面基準最高、較慢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Shape 58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三種模型方向一致：PTT 約為 0、融資融券為正。複雜模型的基準略高，但訊號本身很小，不是換模型就能解決。</a:t>
            </a:r>
            <a:endParaRPr lang="en-US" sz="1150" dirty="0"/>
          </a:p>
        </p:txBody>
      </p:sp>
      <p:sp>
        <p:nvSpPr>
          <p:cNvPr id="63" name="Text 6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一頁結論：描述得出來，多數預測不出來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各種情緒訊號對「隔天盤中漲跌」的預測增量（ΔAUC，十年逐年滾動）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600200"/>
            <a:ext cx="73152" cy="1097280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1554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沒有預測力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留言情緒（6 種因子）、新聞情緒、文獻常見的 LSTM 預測股價作法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0" y="3154680"/>
            <a:ext cx="73152" cy="1097280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3108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有，但很小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5204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融資融券、散戶成交比重（隔天盤中；全市場 1,144 檔也成立）、盤中開盤情緒（反指標）；扣成本後難獲利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5720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4709160"/>
            <a:ext cx="73152" cy="1097280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描述力很好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50749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細分情緒指數（恐慌／貪婪）、大盤散戶溫度計：崩盤時準確升高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ΔAUC＝加入情緒後，比只用技術面多出的 AUC（0.5 是亂猜）。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WHO TRADES, WHO HOLDS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散戶多的股票：情緒沒有比較有用，融資融券訊號卻比較強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新指標：散戶成交比重（＝100% − 法人成交比重，每天盤後可得；265 檔）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+0.0026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加進模型的 ΔAUC（t=4.4，6/7 年為正），與融資融券 +0.0022 同級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+0.0052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與融資融券合用（7/7 年顯著）：兩者資訊不重疊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−3.2 bp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比重異常高的股票隔天盤中較差（t=−3.0），但隔夜 +3.5 bp 抵銷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19072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288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月頻 ≈ 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408530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對下個月報酬 IC −0.005（t=−0.6），沒有預測力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依「散戶持股比例」（持股未滿 400 張者合計比率，用前一年的值）每年分三組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463040"/>
                <a:gridCol w="1463040"/>
                <a:gridCol w="146304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各組的效果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多 − 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情緒 → 隔天報酬（bp，2015–24）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+11.1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−0.3（t=−0.1）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CMoney 情緒 → 隔天報酬（bp，2020–24）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−2.9（t=−1.5）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−0.019（t=−4.0）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融資增減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−0.022（t=−5.1）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與主結論一致：散戶「說」的即使在散戶最多的股票也沒有比較準；散戶「做」的在散戶多的股票更明顯。訊號仍只有千分之幾的 AUC，遠低於成本。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INTRADAY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盤中：開盤情緒轉變是「反指標」，預測收盤前半小時大盤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−1.0 bp / 1σ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開盤情緒轉變 → 收盤前半小時大盤報酬（t = −2.41）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前後兩段都成立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2015–19：t = −1.98；2020–24：t = −2.07（幅度相近）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 bp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台指期來回成本，遠低於股票當沖成本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108960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方法（仿 Renault 2017）：ΔS ＝ 開盤半小時淨情緒 − 前一晚淨情緒；預測 13:00→13:30 的加權指數報酬，並控制先前報酬。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712464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資料：每分鐘加權指數（2015–2024，2,439 日）＋開盤半小時 36.9 萬則閒聊留言（約 97 則表態/日）。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315968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方向與美國相反：美國是同向，台股是反指標——開盤情緒轉樂觀，收盤前反而略回檔。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919472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訊號只出現在收盤前半小時；預測 09:30→收盤整段則不顯著。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BEE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限制：1σ 訊號只有約 1bp（收盤前半小時標準差約 21bp），幅度很小；適合當平台的參考，不宜宣稱可獲利。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對照文獻：盤後／隔夜情緒預測隔天大盤（重測 2025 論文）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邏輯迴歸，逐年滾動 2018–2024（1,705 個交易日）；情緒只用「開盤前已發」的留言，美股用開盤前已收盤的最近一日報酬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1920240"/>
                <a:gridCol w="22860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預測目標（AUC）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只有技術面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＋美股隔夜報酬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＋美股＋PTT 盤後/隔夜情緒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收盤→收盤（論文設定）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0.50（準確率 53%）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0.72（67%）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0.73（69%）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+0.017（6/7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前收→開盤（隔夜跳空）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開盤→收盤（盤中）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+0.007（不顯著）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4251960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不控制美股時，情緒看起來很強（AUC 0.63、準確率 61%）。但深夜留言只有約 6% 提到美股，情緒較像是當晚整體氣氛的反映；控制美股後只剩約 +0.01~0.017 的小增量。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6460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4782312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預測力集中在 21:30 到隔天 09:00 的留言（前晚幾乎無用）；增量來自「沒提到美股／期貨」的留言（ΔAUC +0.010），提到的留言樣本太少（約 5 則/日）、無顯著增量。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3949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5312664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論文報告準確率 87.5% → 90.6%（我們推測測試集僅約 32 天，多猜對 1 天＝+3.1pp）。我們的 32 天區塊準確率標準差達 9~10pp，這種差距在雜訊範圍內。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833872"/>
            <a:ext cx="11064240" cy="585216"/>
          </a:xfrm>
          <a:prstGeom prst="roundRect">
            <a:avLst>
              <a:gd name="adj" fmla="val 9375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再控制台指夜盤（2019–2024）：情緒的增量從約 +0.012 縮到約 +0.003~0.006（準確率增量≤0.6pp，區間含 0），夜盤本身 AUC 0.77；歐股與新聞尚未控制。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LITERATURE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文獻對照：我們的結果與既有研究一致或補充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8404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文獻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主要發現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與我們的關係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Jing, Wu &amp; Wang 2021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Expert Systems with Applications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投資人情緒＋LSTM 預測股價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我選讀的論文；台股十年資料重做測不到情緒增量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Antweiler &amp; Frank 2004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留言板對報酬顯著但經濟上很小；對波動有預測力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一致：PTT 爆量與波動有關，但增量極小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Renault 2017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Banking &amp;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開盤半小時情緒 → 最後半小時大盤（美國同向）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我們在台股是反指標（t = −2.41）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Discover Computing 2025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Taiwan FinBERT + CNN-BiLSTM-SA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PTT 盤後閒聊 → 大盤隔日漲跌 87.5% → 90.6%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重測：控制美股後只剩小增量；測試集疑似很小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Bollen et al. 2011 ／ Econ Journal Watch 重新檢視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Twitter 情緒預測道瓊（準確率 86.7%）；後有文章重新檢視該研究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亮眼的早期結果需要重測驗證，我們的做法即為此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定位：以十年、265 檔、2,021 萬則留言的嚴格滾動驗證，檢驗既有文獻的說法。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2026-10-15T13:32:14Z</dcterms:created>
  <dcterms:modified xsi:type="dcterms:W3CDTF">2026-10-15T13:32:14Z</dcterms:modified>
</cp:coreProperties>
</file>